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Macro &amp; CAT Scenario Impact — Gross vs Net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Decision focus: pricing stress vs reinsurance effectiveness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 Impact — Gross Paid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Baseline exposure before reinsurance protection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87828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Compound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£866,729,833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£132,477,139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CAT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£856,424,633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£122,171,938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16.6%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Stagflation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£805,668,170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£71,415,475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Repair cost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£797,609,626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£63,356,931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8.6%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Inflation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£743,087,566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£8,834,871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Attribution — Stagflation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Which product lines generate the stress?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r>
                        <a:rPr sz="1200" b="1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Baseline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Scenario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Delta (%)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£14,461,699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£16,054,048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£1,592,349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11.0%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motor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£221,914,425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£244,342,833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£22,428,407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10.1%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£275,574,027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£302,184,987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£26,610,960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9.7%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£198,779,859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£217,411,870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£18,632,011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9.4%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100"/>
                        <a:t>warranty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£23,522,684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£25,674,433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£2,151,749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9.1%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Uncertainty — Inflation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Stability of uplift confirmed via bootstrap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057400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Point estimate (engine)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median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Bootstrap 95%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r>
                        <a:rPr sz="1100"/>
                        <a:t>Inflation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Reinsurance Effectiveness — Gross → 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/>
            </a:pPr>
            <a:r>
              <a:t>How much risk remains after QS + XL protection?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587828">
                <a:tc>
                  <a:txBody>
                    <a:bodyPr/>
                    <a:lstStyle/>
                    <a:p>
                      <a:r>
                        <a:rPr sz="12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Gross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Ceded QS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Ceded XL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Net Paid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Net/Gross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Net Delta (£)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Net Delta (%)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Compound stress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£866,729,833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£216,682,458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£635,047,375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£99,357,854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18.5%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CAT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£856,424,633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£214,106,158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£627,318,475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£91,628,953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17.1%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Stagflation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£805,668,170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£201,417,042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£589,251,127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£53,561,606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10.0%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Repair cost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£797,609,626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£199,402,407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£583,207,220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£47,517,699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8.9%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r>
                        <a:rPr sz="1100"/>
                        <a:t>Inflation shock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£743,087,566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£185,771,891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£542,315,674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£6,626,153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1.2%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r>
                        <a:rPr sz="110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£734,252,695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£183,563,174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£15,000,000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£535,689,521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£0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